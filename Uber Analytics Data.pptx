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0"/>
  </p:normalViewPr>
  <p:slideViewPr>
    <p:cSldViewPr snapToGrid="0">
      <p:cViewPr varScale="1">
        <p:scale>
          <a:sx n="155" d="100"/>
          <a:sy n="155" d="100"/>
        </p:scale>
        <p:origin x="30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7750acbf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7750acbf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7750acbf2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7750acbf2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7750acbf2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7750acbf2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7750acbf2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7750acbf2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7750acbf2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7750acbf2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8d25d52b3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8d25d52b3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7750acbf2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7750acbf2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7750acbf2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7750acbf2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7750acbf2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7750acbf2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Uber Analytics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Tasfia Tasneem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Dataset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Uber Analytics 2024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Ride-Sharing Data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Contains around 150,000 rows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includes information about each ride, including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Customer and Driver Ratings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Ride Completion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 fare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Type of Vehicle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Detailed information on Uber Rides, from Fares to Distance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Curious about </a:t>
            </a:r>
            <a:r>
              <a:rPr lang="en" b="1"/>
              <a:t>what</a:t>
            </a:r>
            <a:r>
              <a:rPr lang="en"/>
              <a:t> exactly influences Customer Ratings </a:t>
            </a:r>
            <a:endParaRPr/>
          </a:p>
        </p:txBody>
      </p:sp>
      <p:pic>
        <p:nvPicPr>
          <p:cNvPr id="62" name="Google Shape;62;p14" descr="Young man's hand holding a phone with a white screen in a routing concept car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9000" y="1836250"/>
            <a:ext cx="2143299" cy="142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Factors Influence Customer Ratings?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Characteristics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The dataset contains around </a:t>
            </a:r>
            <a:r>
              <a:rPr lang="en" sz="1700" b="1"/>
              <a:t>150,000 rows</a:t>
            </a:r>
            <a:r>
              <a:rPr lang="en" sz="1700"/>
              <a:t> (individual ride records) and </a:t>
            </a:r>
            <a:r>
              <a:rPr lang="en" sz="1700" b="1"/>
              <a:t>21 columns</a:t>
            </a:r>
            <a:r>
              <a:rPr lang="en" sz="1700"/>
              <a:t> (variables).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Variables of interest include:</a:t>
            </a:r>
            <a:endParaRPr sz="1700"/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 b="1"/>
              <a:t>Customer.Rating </a:t>
            </a:r>
            <a:r>
              <a:rPr lang="en" sz="1700"/>
              <a:t>- measure of customer satisfaction (1-5 scale)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/>
              <a:t>Driver.Rating - </a:t>
            </a:r>
            <a:r>
              <a:rPr lang="en" sz="1700"/>
              <a:t>measure of satisfaction with Driver (1-5 scale)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 b="1"/>
              <a:t>Vehicle.Type</a:t>
            </a:r>
            <a:r>
              <a:rPr lang="en" sz="1700"/>
              <a:t> – identifies types of vehicles used (e.g., eBike, Sedan, Auto, Bike)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 b="1"/>
              <a:t>Booking.Value</a:t>
            </a:r>
            <a:r>
              <a:rPr lang="en" sz="1700"/>
              <a:t> – represents the total fare for the ride (Dollars)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 b="1"/>
              <a:t>Ride.Distance </a:t>
            </a:r>
            <a:r>
              <a:rPr lang="en" sz="1700"/>
              <a:t>- Distance Covered during ride (km)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 b="1"/>
              <a:t>Average VTAT - </a:t>
            </a:r>
            <a:r>
              <a:rPr lang="en" sz="1700"/>
              <a:t>Average time for driver to reach pick up location (minutes)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 b="1"/>
              <a:t>Average CTAT - </a:t>
            </a:r>
            <a:r>
              <a:rPr lang="en" sz="1700"/>
              <a:t>Duration between pickup and destination (minutes)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</a:t>
            </a:r>
            <a:endParaRPr/>
          </a:p>
        </p:txBody>
      </p:sp>
      <p:pic>
        <p:nvPicPr>
          <p:cNvPr id="79" name="Google Shape;79;p17" title="summary_table.png"/>
          <p:cNvPicPr preferRelativeResize="0"/>
          <p:nvPr/>
        </p:nvPicPr>
        <p:blipFill rotWithShape="1">
          <a:blip r:embed="rId3">
            <a:alphaModFix/>
          </a:blip>
          <a:srcRect l="18223" t="31888" r="15795" b="31377"/>
          <a:stretch/>
        </p:blipFill>
        <p:spPr>
          <a:xfrm>
            <a:off x="4472175" y="1860937"/>
            <a:ext cx="4254976" cy="142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 title="customer_rating_histo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150" y="1269438"/>
            <a:ext cx="4167378" cy="2604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Selected Variables of Interest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Inspected and prepared the data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Converted values to </a:t>
            </a:r>
            <a:r>
              <a:rPr lang="en" b="1"/>
              <a:t>numeric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Filtered out rows with no Customer Rating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Generated summary statistics for variables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Visualized Distributions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Visualized Box and Whisker Plots</a:t>
            </a:r>
            <a:endParaRPr/>
          </a:p>
        </p:txBody>
      </p:sp>
      <p:pic>
        <p:nvPicPr>
          <p:cNvPr id="87" name="Google Shape;87;p18" descr="Scheme of hierarchy management of corporate and processing management. Business processing and automation workflow  with flowchart.  Implement and improve business.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650" y="2923325"/>
            <a:ext cx="3274650" cy="189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Examined Distribution graphs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</a:t>
            </a:r>
            <a:r>
              <a:rPr lang="en" b="1"/>
              <a:t>Nonparametric </a:t>
            </a:r>
            <a:r>
              <a:rPr lang="en"/>
              <a:t>approaches instead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Spearman Correlation instead of Pearson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Kruskal-Wallis Test: Customer Ratings vs Vehicle Type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Linear Regression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Ordinal Logistic Regression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other visualizations such as histograms and boxplots</a:t>
            </a:r>
            <a:endParaRPr/>
          </a:p>
        </p:txBody>
      </p:sp>
      <p:pic>
        <p:nvPicPr>
          <p:cNvPr id="94" name="Google Shape;94;p19" descr="3d rendering statistics analysis software.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8750" y="3408575"/>
            <a:ext cx="1773548" cy="14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None of the variables significantly affected Customer Ratings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Customer Ratings were </a:t>
            </a:r>
            <a:r>
              <a:rPr lang="en" b="1"/>
              <a:t>strongly skewed left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Vast majority of reviews were between 4 and 5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Very few low ratings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Violated normality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non-parametric approaches such as Spearman and Kruskal-Wallis correlations could not show any relationships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Ordinal Logistic Regression also failed to find significant relationships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Factors outside of the variables may have influenced Customer Ratings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Task</a:t>
            </a:r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Since the data was heavily skewed towards positive ratings, I would add more variables to </a:t>
            </a:r>
            <a:r>
              <a:rPr lang="en" b="1"/>
              <a:t>contextualize the data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Variables such as: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Driver Behavior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Ride Comfort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Perception of Safety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Weather conditions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Traffic conditions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factors may explain Customer Ratings better than the current existing variables</a:t>
            </a:r>
            <a:endParaRPr/>
          </a:p>
        </p:txBody>
      </p:sp>
      <p:pic>
        <p:nvPicPr>
          <p:cNvPr id="107" name="Google Shape;107;p21" descr="Woman with smartphone in her car at night.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9375" y="1759800"/>
            <a:ext cx="2436475" cy="16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</a:t>
            </a: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learned that data science is about </a:t>
            </a:r>
            <a:r>
              <a:rPr lang="en" b="1"/>
              <a:t>asking questions, challenging assumptions, and adapting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are rarely clean and ready to use.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may not always fit neatly into a model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for programming, I got more comfortable with R</a:t>
            </a:r>
            <a:endParaRPr/>
          </a:p>
        </p:txBody>
      </p:sp>
      <p:pic>
        <p:nvPicPr>
          <p:cNvPr id="114" name="Google Shape;114;p22" descr="Man with reflection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7200" y="2102800"/>
            <a:ext cx="1755100" cy="2690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Macintosh PowerPoint</Application>
  <PresentationFormat>On-screen Show (16:9)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Uber Analytics</vt:lpstr>
      <vt:lpstr>About the Dataset</vt:lpstr>
      <vt:lpstr>What Factors Influence Customer Ratings?</vt:lpstr>
      <vt:lpstr>Dataset Characteristics</vt:lpstr>
      <vt:lpstr>Graphs</vt:lpstr>
      <vt:lpstr>Data Processing</vt:lpstr>
      <vt:lpstr>Analysis</vt:lpstr>
      <vt:lpstr>Results</vt:lpstr>
      <vt:lpstr>Final Task</vt:lpstr>
      <vt:lpstr>Reflection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Tasfia Tasneem</cp:lastModifiedBy>
  <cp:revision>1</cp:revision>
  <dcterms:modified xsi:type="dcterms:W3CDTF">2025-12-21T19:33:05Z</dcterms:modified>
</cp:coreProperties>
</file>